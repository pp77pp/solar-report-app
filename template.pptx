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566" r:id="rId2"/>
    <p:sldId id="1166" r:id="rId3"/>
    <p:sldId id="1186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昱泰能源股份有限公司" initials="昱泰能源股份有限公司" lastIdx="1" clrIdx="0">
    <p:extLst>
      <p:ext uri="{19B8F6BF-5375-455C-9EA6-DF929625EA0E}">
        <p15:presenceInfo xmlns:p15="http://schemas.microsoft.com/office/powerpoint/2012/main" userId="S::admin@yutai.onmicrosoft.com::1d87a237-8369-4288-a97d-6cfc6f58a470" providerId="AD"/>
      </p:ext>
    </p:extLst>
  </p:cmAuthor>
  <p:cmAuthor id="2" name="Cheng FoRtune" initials="CF" lastIdx="1" clrIdx="1">
    <p:extLst>
      <p:ext uri="{19B8F6BF-5375-455C-9EA6-DF929625EA0E}">
        <p15:presenceInfo xmlns:p15="http://schemas.microsoft.com/office/powerpoint/2012/main" userId="eeff5c37899537f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50"/>
    <a:srgbClr val="60A500"/>
    <a:srgbClr val="92D05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883" autoAdjust="0"/>
    <p:restoredTop sz="94660"/>
  </p:normalViewPr>
  <p:slideViewPr>
    <p:cSldViewPr snapToGrid="0">
      <p:cViewPr varScale="1">
        <p:scale>
          <a:sx n="58" d="100"/>
          <a:sy n="58" d="100"/>
        </p:scale>
        <p:origin x="78" y="11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92C39-5B18-456C-A187-9AE17B3782A9}" type="datetimeFigureOut">
              <a:rPr lang="zh-TW" altLang="en-US" smtClean="0"/>
              <a:t>2026/6/5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D9153-5CA3-42FF-9A09-7126B47966A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014915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92C39-5B18-456C-A187-9AE17B3782A9}" type="datetimeFigureOut">
              <a:rPr lang="zh-TW" altLang="en-US" smtClean="0"/>
              <a:t>2026/6/5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D9153-5CA3-42FF-9A09-7126B47966A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972568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92C39-5B18-456C-A187-9AE17B3782A9}" type="datetimeFigureOut">
              <a:rPr lang="zh-TW" altLang="en-US" smtClean="0"/>
              <a:t>2026/6/5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D9153-5CA3-42FF-9A09-7126B47966A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767187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92C39-5B18-456C-A187-9AE17B3782A9}" type="datetimeFigureOut">
              <a:rPr lang="zh-TW" altLang="en-US" smtClean="0"/>
              <a:t>2026/6/5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D9153-5CA3-42FF-9A09-7126B47966A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3066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92C39-5B18-456C-A187-9AE17B3782A9}" type="datetimeFigureOut">
              <a:rPr lang="zh-TW" altLang="en-US" smtClean="0"/>
              <a:t>2026/6/5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D9153-5CA3-42FF-9A09-7126B47966A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8404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92C39-5B18-456C-A187-9AE17B3782A9}" type="datetimeFigureOut">
              <a:rPr lang="zh-TW" altLang="en-US" smtClean="0"/>
              <a:t>2026/6/5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D9153-5CA3-42FF-9A09-7126B47966A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474997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92C39-5B18-456C-A187-9AE17B3782A9}" type="datetimeFigureOut">
              <a:rPr lang="zh-TW" altLang="en-US" smtClean="0"/>
              <a:t>2026/6/5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D9153-5CA3-42FF-9A09-7126B47966A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55913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92C39-5B18-456C-A187-9AE17B3782A9}" type="datetimeFigureOut">
              <a:rPr lang="zh-TW" altLang="en-US" smtClean="0"/>
              <a:t>2026/6/5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D9153-5CA3-42FF-9A09-7126B47966A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75776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dirty="0"/>
              <a:t>按四下圖示以新增圖片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92C39-5B18-456C-A187-9AE17B3782A9}" type="datetimeFigureOut">
              <a:rPr lang="zh-TW" altLang="en-US" smtClean="0"/>
              <a:t>2026/6/5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D9153-5CA3-42FF-9A09-7126B47966A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744520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92C39-5B18-456C-A187-9AE17B3782A9}" type="datetimeFigureOut">
              <a:rPr lang="zh-TW" altLang="en-US" smtClean="0"/>
              <a:t>2026/6/5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D9153-5CA3-42FF-9A09-7126B47966A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831423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92C39-5B18-456C-A187-9AE17B3782A9}" type="datetimeFigureOut">
              <a:rPr lang="zh-TW" altLang="en-US" smtClean="0"/>
              <a:t>2026/6/5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D9153-5CA3-42FF-9A09-7126B47966A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59609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E92C39-5B18-456C-A187-9AE17B3782A9}" type="datetimeFigureOut">
              <a:rPr lang="zh-TW" altLang="en-US" smtClean="0"/>
              <a:t>2026/6/5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8D9153-5CA3-42FF-9A09-7126B47966A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516673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E8BF831-86BF-4240-A1D4-CE1908395C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623813"/>
            <a:ext cx="7772400" cy="2387600"/>
          </a:xfrm>
        </p:spPr>
        <p:txBody>
          <a:bodyPr>
            <a:normAutofit/>
          </a:bodyPr>
          <a:lstStyle/>
          <a:p>
            <a:r>
              <a:rPr lang="zh-TW" altLang="zh-TW" dirty="0"/>
              <a:t>{{DATE}}</a:t>
            </a:r>
            <a:b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外出事項報告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9347F0F7-BAD9-4790-A4D5-08F40087F6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3807" y="3119539"/>
            <a:ext cx="6316385" cy="3499375"/>
          </a:xfrm>
        </p:spPr>
        <p:txBody>
          <a:bodyPr>
            <a:normAutofit/>
          </a:bodyPr>
          <a:lstStyle/>
          <a:p>
            <a:pPr algn="l"/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工作事項：  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457200" indent="-457200" algn="l">
              <a:buFont typeface="Arial" panose="020B0604020202020204" pitchFamily="34" charset="0"/>
              <a:buAutoNum type="arabicPeriod"/>
            </a:pPr>
            <a:r>
              <a:rPr lang="zh-TW" altLang="zh-TW" dirty="0"/>
              <a:t>{{SITE}} {{DESC}}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570206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54A542-5B85-854D-1897-B9B9989A6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025D063-62DD-E426-46EB-A4BCD0229F3A}"/>
              </a:ext>
            </a:extLst>
          </p:cNvPr>
          <p:cNvSpPr/>
          <p:nvPr/>
        </p:nvSpPr>
        <p:spPr>
          <a:xfrm>
            <a:off x="-6895" y="0"/>
            <a:ext cx="9157790" cy="687697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3" name="PIC_LEFT">
            <a:extLst>
              <a:ext uri="{FF2B5EF4-FFF2-40B4-BE49-F238E27FC236}">
                <a16:creationId xmlns:a16="http://schemas.microsoft.com/office/drawing/2014/main" id="{E4BEDF38-E779-124E-C35C-B1D467345F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9138" y="1302129"/>
            <a:ext cx="3898328" cy="2923746"/>
          </a:xfrm>
          <a:prstGeom prst="rect">
            <a:avLst/>
          </a:prstGeom>
          <a:ln w="127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4" name="PIC_RIGHT">
            <a:extLst>
              <a:ext uri="{FF2B5EF4-FFF2-40B4-BE49-F238E27FC236}">
                <a16:creationId xmlns:a16="http://schemas.microsoft.com/office/drawing/2014/main" id="{BD7BADC4-1930-15A1-5B86-BA5C7ADC4A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67466" y="1302879"/>
            <a:ext cx="3907396" cy="2930548"/>
          </a:xfrm>
          <a:prstGeom prst="rect">
            <a:avLst/>
          </a:prstGeom>
          <a:ln w="127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1A49FA8B-61AB-D6A3-E177-2516E25594C9}"/>
              </a:ext>
            </a:extLst>
          </p:cNvPr>
          <p:cNvSpPr/>
          <p:nvPr/>
        </p:nvSpPr>
        <p:spPr>
          <a:xfrm>
            <a:off x="85075" y="4960629"/>
            <a:ext cx="8951369" cy="1011521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zh-TW" dirty="0">
                <a:solidFill>
                  <a:schemeClr val="tx1"/>
                </a:solidFill>
              </a:rPr>
              <a:t>{{DESC}</a:t>
            </a:r>
            <a:r>
              <a:rPr lang="zh-TW" altLang="zh-TW" dirty="0"/>
              <a:t>}</a:t>
            </a:r>
            <a:endParaRPr lang="en-US" altLang="zh-TW" dirty="0">
              <a:solidFill>
                <a:schemeClr val="tx1"/>
              </a:solidFill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8" name="標題 1">
            <a:extLst>
              <a:ext uri="{FF2B5EF4-FFF2-40B4-BE49-F238E27FC236}">
                <a16:creationId xmlns:a16="http://schemas.microsoft.com/office/drawing/2014/main" id="{01F8C336-FB64-4121-2508-B1621E3F201C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144000" cy="820715"/>
          </a:xfrm>
          <a:prstGeom prst="rect">
            <a:avLst/>
          </a:prstGeom>
        </p:spPr>
        <p:txBody>
          <a:bodyPr vert="horz" rtlCol="0" anchor="ctr">
            <a:normAutofit/>
          </a:bodyPr>
          <a:lstStyle>
            <a:lvl1pPr algn="ctr" rtl="0" eaLnBrk="1" latinLnBrk="0" hangingPunct="1">
              <a:spcBef>
                <a:spcPct val="0"/>
              </a:spcBef>
              <a:buNone/>
              <a:defRPr kumimoji="0"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TW" sz="2800" b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6/4</a:t>
            </a:r>
            <a:r>
              <a:rPr lang="zh-TW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sz="2800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工作</a:t>
            </a:r>
            <a:r>
              <a:rPr lang="zh-TW" altLang="en-US" sz="2800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事項 </a:t>
            </a:r>
            <a:r>
              <a:rPr lang="en-US" altLang="zh-TW" sz="2800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1</a:t>
            </a:r>
            <a:r>
              <a:rPr lang="zh-TW" altLang="en-US" sz="2800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：草湖國小</a:t>
            </a:r>
            <a:r>
              <a:rPr lang="en-US" altLang="zh-TW" sz="2800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6</a:t>
            </a:r>
            <a:r>
              <a:rPr lang="zh-TW" altLang="en-US" sz="2800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月</a:t>
            </a:r>
            <a:r>
              <a:rPr lang="zh-TW" altLang="zh-TW" sz="2800" dirty="0"/>
              <a:t>{{DESC}} </a:t>
            </a:r>
            <a:endParaRPr lang="zh-TW" altLang="en-US" sz="2800" b="1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B78AA13-A4F0-B9F9-3718-6423B815238D}"/>
              </a:ext>
            </a:extLst>
          </p:cNvPr>
          <p:cNvSpPr/>
          <p:nvPr/>
        </p:nvSpPr>
        <p:spPr>
          <a:xfrm>
            <a:off x="1085106" y="4455005"/>
            <a:ext cx="3066392" cy="25228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zh-TW" sz="1400" dirty="0">
                <a:solidFill>
                  <a:schemeClr val="tx1"/>
                </a:solidFill>
              </a:rPr>
              <a:t>{{DESC}</a:t>
            </a:r>
            <a:r>
              <a:rPr lang="zh-TW" altLang="zh-TW" sz="1400" dirty="0"/>
              <a:t>}</a:t>
            </a:r>
            <a:endParaRPr lang="en-US" altLang="zh-TW" sz="1400" dirty="0">
              <a:solidFill>
                <a:schemeClr val="tx1"/>
              </a:solidFill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CDAF2D7-960B-2041-C3A8-48123C9E49ED}"/>
              </a:ext>
            </a:extLst>
          </p:cNvPr>
          <p:cNvSpPr/>
          <p:nvPr/>
        </p:nvSpPr>
        <p:spPr>
          <a:xfrm>
            <a:off x="4987968" y="4455005"/>
            <a:ext cx="3066392" cy="25228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zh-TW" sz="1400" dirty="0">
                <a:solidFill>
                  <a:schemeClr val="tx1"/>
                </a:solidFill>
              </a:rPr>
              <a:t>{{DESC}</a:t>
            </a:r>
            <a:r>
              <a:rPr lang="zh-TW" altLang="zh-TW" sz="1400" dirty="0"/>
              <a:t>}</a:t>
            </a:r>
            <a:endParaRPr lang="en-US" altLang="zh-TW" sz="1400" dirty="0">
              <a:solidFill>
                <a:schemeClr val="tx1"/>
              </a:solidFill>
              <a:latin typeface="標楷體" pitchFamily="65" charset="-120"/>
              <a:ea typeface="標楷體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079564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D398D1-DEB0-9D24-9DB8-B88C21E4B8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996E0C4-78A6-CA66-AE37-6B4D65FFB8DB}"/>
              </a:ext>
            </a:extLst>
          </p:cNvPr>
          <p:cNvSpPr/>
          <p:nvPr/>
        </p:nvSpPr>
        <p:spPr>
          <a:xfrm>
            <a:off x="-6895" y="0"/>
            <a:ext cx="9157790" cy="687697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3" name="PIC_SINGLE">
            <a:extLst>
              <a:ext uri="{FF2B5EF4-FFF2-40B4-BE49-F238E27FC236}">
                <a16:creationId xmlns:a16="http://schemas.microsoft.com/office/drawing/2014/main" id="{B40FCC8C-A0BE-861F-EBCC-9C878C6126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22836" y="1302129"/>
            <a:ext cx="3898328" cy="2923746"/>
          </a:xfrm>
          <a:prstGeom prst="rect">
            <a:avLst/>
          </a:prstGeom>
          <a:ln w="127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4859C586-7C67-68D2-B377-A1AA8A768C64}"/>
              </a:ext>
            </a:extLst>
          </p:cNvPr>
          <p:cNvSpPr/>
          <p:nvPr/>
        </p:nvSpPr>
        <p:spPr>
          <a:xfrm>
            <a:off x="85075" y="4960629"/>
            <a:ext cx="8951369" cy="1011521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zh-TW" dirty="0">
                <a:solidFill>
                  <a:schemeClr val="tx1"/>
                </a:solidFill>
              </a:rPr>
              <a:t>{{DESC}</a:t>
            </a:r>
            <a:endParaRPr lang="en-US" altLang="zh-TW" dirty="0">
              <a:solidFill>
                <a:schemeClr val="tx1"/>
              </a:solidFill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8" name="標題 1">
            <a:extLst>
              <a:ext uri="{FF2B5EF4-FFF2-40B4-BE49-F238E27FC236}">
                <a16:creationId xmlns:a16="http://schemas.microsoft.com/office/drawing/2014/main" id="{85188FA3-9D92-040C-E8BB-DFC4F22C08A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144000" cy="820715"/>
          </a:xfrm>
          <a:prstGeom prst="rect">
            <a:avLst/>
          </a:prstGeom>
        </p:spPr>
        <p:txBody>
          <a:bodyPr vert="horz" rtlCol="0" anchor="ctr">
            <a:normAutofit/>
          </a:bodyPr>
          <a:lstStyle>
            <a:lvl1pPr algn="ctr" rtl="0" eaLnBrk="1" latinLnBrk="0" hangingPunct="1">
              <a:spcBef>
                <a:spcPct val="0"/>
              </a:spcBef>
              <a:buNone/>
              <a:defRPr kumimoji="0"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TW" sz="2800" b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6/4</a:t>
            </a:r>
            <a:r>
              <a:rPr lang="zh-TW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sz="2800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工作</a:t>
            </a:r>
            <a:r>
              <a:rPr lang="zh-TW" altLang="en-US" sz="2800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事項 </a:t>
            </a:r>
            <a:r>
              <a:rPr lang="en-US" altLang="zh-TW" sz="2800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1</a:t>
            </a:r>
            <a:r>
              <a:rPr lang="zh-TW" altLang="en-US" sz="2800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：草湖國小</a:t>
            </a:r>
            <a:r>
              <a:rPr lang="en-US" altLang="zh-TW" sz="2800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6</a:t>
            </a:r>
            <a:r>
              <a:rPr lang="zh-TW" altLang="en-US" sz="2800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月</a:t>
            </a:r>
            <a:r>
              <a:rPr lang="zh-TW" altLang="zh-TW" sz="2800" dirty="0"/>
              <a:t>{{DESC}}</a:t>
            </a:r>
            <a:endParaRPr lang="zh-TW" altLang="en-US" sz="2800" b="1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6359CE9-702F-CC8F-2E77-581309599292}"/>
              </a:ext>
            </a:extLst>
          </p:cNvPr>
          <p:cNvSpPr/>
          <p:nvPr/>
        </p:nvSpPr>
        <p:spPr>
          <a:xfrm>
            <a:off x="3038804" y="4426002"/>
            <a:ext cx="3066392" cy="25228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zh-TW" sz="1400" dirty="0">
                <a:solidFill>
                  <a:schemeClr val="tx1"/>
                </a:solidFill>
              </a:rPr>
              <a:t>{{DESC}</a:t>
            </a:r>
            <a:r>
              <a:rPr lang="zh-TW" altLang="zh-TW" sz="1400" dirty="0"/>
              <a:t>}</a:t>
            </a:r>
            <a:endParaRPr lang="en-US" altLang="zh-TW" sz="1400" dirty="0">
              <a:solidFill>
                <a:schemeClr val="tx1"/>
              </a:solidFill>
              <a:latin typeface="標楷體" pitchFamily="65" charset="-120"/>
              <a:ea typeface="標楷體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440443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dirty="0"/>
        </a:defPPr>
      </a:lstStyle>
      <a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11347</TotalTime>
  <Words>65</Words>
  <Application>Microsoft Office PowerPoint</Application>
  <PresentationFormat>如螢幕大小 (4:3)</PresentationFormat>
  <Paragraphs>10</Paragraphs>
  <Slides>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9" baseType="lpstr">
      <vt:lpstr>標楷體</vt:lpstr>
      <vt:lpstr>Arial</vt:lpstr>
      <vt:lpstr>Calibri</vt:lpstr>
      <vt:lpstr>Calibri Light</vt:lpstr>
      <vt:lpstr>Times New Roman</vt:lpstr>
      <vt:lpstr>Office 佈景主題</vt:lpstr>
      <vt:lpstr>{{DATE}} 外出事項報告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Cheng FoRtune</dc:creator>
  <cp:lastModifiedBy>股份有限公司 昱泰能源</cp:lastModifiedBy>
  <cp:revision>1202</cp:revision>
  <dcterms:created xsi:type="dcterms:W3CDTF">2020-03-27T05:51:42Z</dcterms:created>
  <dcterms:modified xsi:type="dcterms:W3CDTF">2026-06-05T03:50:40Z</dcterms:modified>
</cp:coreProperties>
</file>